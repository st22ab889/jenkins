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-1905" y="-3810"/>
          <a:ext cx="12197715" cy="686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9876790" imgH="7715250" progId="Paint.Picture">
                  <p:embed/>
                </p:oleObj>
              </mc:Choice>
              <mc:Fallback>
                <p:oleObj name="" r:id="rId1" imgW="9876790" imgH="77152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1905" y="-3810"/>
                        <a:ext cx="12197715" cy="686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-18415" y="2540"/>
          <a:ext cx="12184380" cy="6853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9876790" imgH="7715250" progId="Paint.Picture">
                  <p:embed/>
                </p:oleObj>
              </mc:Choice>
              <mc:Fallback>
                <p:oleObj name="" r:id="rId1" imgW="9876790" imgH="77152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18415" y="2540"/>
                        <a:ext cx="12184380" cy="6853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Paint.Picture</vt:lpstr>
      <vt:lpstr>Paint.Picture</vt:lpstr>
      <vt:lpstr>PowerPoint 演示文稿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WuJun</cp:lastModifiedBy>
  <cp:revision>13</cp:revision>
  <dcterms:created xsi:type="dcterms:W3CDTF">2022-04-09T13:50:00Z</dcterms:created>
  <dcterms:modified xsi:type="dcterms:W3CDTF">2022-04-09T14:55:10Z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