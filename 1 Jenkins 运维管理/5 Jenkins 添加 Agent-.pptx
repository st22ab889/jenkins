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-2540" y="-1905"/>
          <a:ext cx="12185650" cy="685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9876790" imgH="7715250" progId="Paint.Picture">
                  <p:embed/>
                </p:oleObj>
              </mc:Choice>
              <mc:Fallback>
                <p:oleObj name="" r:id="rId1" imgW="9876790" imgH="77152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2540" y="-1905"/>
                        <a:ext cx="12185650" cy="685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270" y="2540"/>
          <a:ext cx="10969625" cy="685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9876790" imgH="8572500" progId="Paint.Picture">
                  <p:embed/>
                </p:oleObj>
              </mc:Choice>
              <mc:Fallback>
                <p:oleObj name="" r:id="rId1" imgW="9876790" imgH="85725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0" y="2540"/>
                        <a:ext cx="10969625" cy="6856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-5715" y="0"/>
          <a:ext cx="1092390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9876790" imgH="8572500" progId="Paint.Picture">
                  <p:embed/>
                </p:oleObj>
              </mc:Choice>
              <mc:Fallback>
                <p:oleObj name="" r:id="rId1" imgW="9876790" imgH="85725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5715" y="0"/>
                        <a:ext cx="10923905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0978515" cy="68618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46120" y="943610"/>
            <a:ext cx="3178175" cy="460375"/>
          </a:xfrm>
        </p:spPr>
        <p:txBody>
          <a:bodyPr>
            <a:normAutofit/>
          </a:bodyPr>
          <a:p>
            <a:pPr algn="l">
              <a:lnSpc>
                <a:spcPct val="100000"/>
              </a:lnSpc>
            </a:pPr>
            <a:r>
              <a:rPr lang="zh-CN" altLang="en-US" sz="2400" b="1">
                <a:ln/>
                <a:solidFill>
                  <a:srgbClr val="FF0000"/>
                </a:solidFill>
                <a:effectLst/>
              </a:rPr>
              <a:t>写一个脚本启动 </a:t>
            </a:r>
            <a:r>
              <a:rPr lang="en-US" altLang="zh-CN" sz="2400" b="1">
                <a:ln/>
                <a:solidFill>
                  <a:srgbClr val="FF0000"/>
                </a:solidFill>
                <a:effectLst/>
              </a:rPr>
              <a:t>agent</a:t>
            </a:r>
            <a:endParaRPr lang="en-US" altLang="zh-CN" sz="2400" b="1">
              <a:ln/>
              <a:solidFill>
                <a:srgbClr val="FF0000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-10160" y="-22860"/>
          <a:ext cx="11003280" cy="687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9876790" imgH="8572500" progId="Paint.Picture">
                  <p:embed/>
                </p:oleObj>
              </mc:Choice>
              <mc:Fallback>
                <p:oleObj name="" r:id="rId1" imgW="9876790" imgH="85725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10160" y="-22860"/>
                        <a:ext cx="11003280" cy="6877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WPS 演示</Application>
  <PresentationFormat>宽屏</PresentationFormat>
  <Paragraphs>2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Calibri Light</vt:lpstr>
      <vt:lpstr>Calibri</vt:lpstr>
      <vt:lpstr>微软雅黑</vt:lpstr>
      <vt:lpstr>Office 主题</vt:lpstr>
      <vt:lpstr>Paint.Picture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WuJun</cp:lastModifiedBy>
  <cp:revision>11</cp:revision>
  <dcterms:created xsi:type="dcterms:W3CDTF">2022-04-09T14:04:57Z</dcterms:created>
  <dcterms:modified xsi:type="dcterms:W3CDTF">2022-04-09T14:20:05Z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