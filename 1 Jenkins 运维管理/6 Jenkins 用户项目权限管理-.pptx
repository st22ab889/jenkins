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-5715" y="1270"/>
          <a:ext cx="12165330" cy="6843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9876790" imgH="7715250" progId="Paint.Picture">
                  <p:embed/>
                </p:oleObj>
              </mc:Choice>
              <mc:Fallback>
                <p:oleObj name="" r:id="rId1" imgW="9876790" imgH="771525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5715" y="1270"/>
                        <a:ext cx="12165330" cy="6843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3360" y="836295"/>
            <a:ext cx="9897745" cy="458470"/>
          </a:xfrm>
        </p:spPr>
        <p:txBody>
          <a:bodyPr>
            <a:normAutofit/>
          </a:bodyPr>
          <a:p>
            <a:pPr algn="l"/>
            <a:r>
              <a:rPr lang="en-US" altLang="zh-CN">
                <a:solidFill>
                  <a:srgbClr val="FF0000"/>
                </a:solidFill>
              </a:rPr>
              <a:t>localization-zh-cn.hpi </a:t>
            </a:r>
            <a:r>
              <a:rPr lang="zh-CN" altLang="en-US">
                <a:solidFill>
                  <a:srgbClr val="FF0000"/>
                </a:solidFill>
              </a:rPr>
              <a:t>插件安装后，</a:t>
            </a:r>
            <a:r>
              <a:rPr lang="en-US" altLang="zh-CN">
                <a:solidFill>
                  <a:srgbClr val="FF0000"/>
                </a:solidFill>
              </a:rPr>
              <a:t>jenkins 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 lang="en-US" altLang="zh-CN">
                <a:solidFill>
                  <a:srgbClr val="FF0000"/>
                </a:solidFill>
              </a:rPr>
              <a:t>dashboard </a:t>
            </a:r>
            <a:r>
              <a:rPr lang="zh-CN" altLang="en-US">
                <a:solidFill>
                  <a:srgbClr val="FF0000"/>
                </a:solidFill>
              </a:rPr>
              <a:t>界面会显示中文。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 Light</vt:lpstr>
      <vt:lpstr>Calibri</vt:lpstr>
      <vt:lpstr>微软雅黑</vt:lpstr>
      <vt:lpstr>Office 主题</vt:lpstr>
      <vt:lpstr>Paint.Picture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WuJun</cp:lastModifiedBy>
  <cp:revision>6</cp:revision>
  <dcterms:created xsi:type="dcterms:W3CDTF">2022-04-09T14:20:47Z</dcterms:created>
  <dcterms:modified xsi:type="dcterms:W3CDTF">2022-04-09T14:28:26Z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