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335" y="7620"/>
          <a:ext cx="12165330" cy="684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35" y="7620"/>
                        <a:ext cx="12165330" cy="684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主题</vt:lpstr>
      <vt:lpstr>Paint.Picture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4</cp:revision>
  <dcterms:created xsi:type="dcterms:W3CDTF">2022-04-09T14:48:37Z</dcterms:created>
  <dcterms:modified xsi:type="dcterms:W3CDTF">2022-04-09T14:49:31Z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