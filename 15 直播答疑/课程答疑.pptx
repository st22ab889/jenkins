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983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608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748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214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78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58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63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672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722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645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01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2517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NlMDAyOGZiNGJiNjFjNTUzNTVhYWQzZTBmYTQ5N2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Aaron J WU</cp:lastModifiedBy>
  <cp:revision>15</cp:revision>
  <dcterms:created xsi:type="dcterms:W3CDTF">2022-10-03T09:48:50Z</dcterms:created>
  <dcterms:modified xsi:type="dcterms:W3CDTF">2022-10-03T09:51:25Z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945C3761AC934AADB2035BB93D57A7D4</vt:lpwstr>
  </property>
  <property fmtid="{D5CDD505-2E9C-101B-9397-08002B2CF9AE}" pid="3" name="KSOProductBuildVer">
    <vt:lpwstr>2052-11.1.0.12358</vt:lpwstr>
  </property>
</Properties>
</file>