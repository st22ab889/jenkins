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2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150" y="2540"/>
            <a:ext cx="12192000" cy="68554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80"/>
            <a:ext cx="12192000" cy="685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491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NlMDAyOGZiNGJiNjFjNTUzNTVhYWQzZTBmYTQ5N2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Aaron J WU</cp:lastModifiedBy>
  <cp:revision>25</cp:revision>
  <dcterms:created xsi:type="dcterms:W3CDTF">2022-10-04T08:36:11Z</dcterms:created>
  <dcterms:modified xsi:type="dcterms:W3CDTF">2022-10-04T08:44:19Z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AE68F7FE9F664461A8C1C69F4ECE2E97</vt:lpwstr>
  </property>
  <property fmtid="{D5CDD505-2E9C-101B-9397-08002B2CF9AE}" pid="3" name="KSOProductBuildVer">
    <vt:lpwstr>2052-11.1.0.12358</vt:lpwstr>
  </property>
</Properties>
</file>