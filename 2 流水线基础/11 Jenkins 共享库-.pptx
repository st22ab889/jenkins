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-5080" y="-2540"/>
          <a:ext cx="12231370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9876790" imgH="7715250" progId="Paint.Picture">
                  <p:embed/>
                </p:oleObj>
              </mc:Choice>
              <mc:Fallback>
                <p:oleObj name="" r:id="rId1" imgW="9876790" imgH="77152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5080" y="-2540"/>
                        <a:ext cx="12231370" cy="686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-31115" y="-3175"/>
          <a:ext cx="12198350" cy="685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4114165" imgH="10944225" progId="Paint.Picture">
                  <p:embed/>
                </p:oleObj>
              </mc:Choice>
              <mc:Fallback>
                <p:oleObj name="" r:id="rId1" imgW="4114165" imgH="1094422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31115" y="-3175"/>
                        <a:ext cx="12198350" cy="685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Paint.Picture</vt:lpstr>
      <vt:lpstr>Paint.Picture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WuJun</cp:lastModifiedBy>
  <cp:revision>7</cp:revision>
  <dcterms:created xsi:type="dcterms:W3CDTF">2022-04-09T17:46:00Z</dcterms:created>
  <dcterms:modified xsi:type="dcterms:W3CDTF">2022-04-10T03:36:16Z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