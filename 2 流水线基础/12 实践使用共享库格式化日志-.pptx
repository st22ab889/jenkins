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70" y="-5715"/>
          <a:ext cx="12196445" cy="686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0" y="-5715"/>
                        <a:ext cx="12196445" cy="6860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Paint.Picture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WuJun</cp:lastModifiedBy>
  <cp:revision>8</cp:revision>
  <dcterms:created xsi:type="dcterms:W3CDTF">2022-04-09T17:46:00Z</dcterms:created>
  <dcterms:modified xsi:type="dcterms:W3CDTF">2022-04-10T03:50:21Z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