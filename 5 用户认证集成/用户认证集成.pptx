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TNlMDAyOGZiNGJiNjFjNTUzNTVhYWQzZTBmYTQ5N2I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Arial</vt:lpstr>
      <vt:lpstr>宋体</vt:lpstr>
      <vt:lpstr>Wingdings</vt:lpstr>
      <vt:lpstr>Arial Unicode MS</vt:lpstr>
      <vt:lpstr>Calibri</vt:lpstr>
      <vt:lpstr>微软雅黑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Aaron J WU</cp:lastModifiedBy>
  <cp:revision>3</cp:revision>
  <dcterms:created xsi:type="dcterms:W3CDTF">2022-09-14T17:33:37Z</dcterms:created>
  <dcterms:modified xsi:type="dcterms:W3CDTF">2022-09-14T17:34:37Z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5A44E17339A54A3C8641AB047CA9F879</vt:lpwstr>
  </property>
  <property fmtid="{D5CDD505-2E9C-101B-9397-08002B2CF9AE}" pid="3" name="KSOProductBuildVer">
    <vt:lpwstr>2052-11.1.0.12358</vt:lpwstr>
  </property>
</Properties>
</file>